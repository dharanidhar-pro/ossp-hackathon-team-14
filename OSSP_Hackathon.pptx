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 alapati" userId="16c8663f5347a673" providerId="LiveId" clId="{19F93471-C855-4D50-8F80-3876F0C8E8C5}"/>
    <pc:docChg chg="custSel modSld">
      <pc:chgData name="Rishi alapati" userId="16c8663f5347a673" providerId="LiveId" clId="{19F93471-C855-4D50-8F80-3876F0C8E8C5}" dt="2026-10-17T05:18:32.718" v="200" actId="6549"/>
      <pc:docMkLst>
        <pc:docMk/>
      </pc:docMkLst>
      <pc:sldChg chg="modSp mod">
        <pc:chgData name="Rishi alapati" userId="16c8663f5347a673" providerId="LiveId" clId="{19F93471-C855-4D50-8F80-3876F0C8E8C5}" dt="2026-10-17T05:18:32.718" v="200" actId="6549"/>
        <pc:sldMkLst>
          <pc:docMk/>
          <pc:sldMk cId="0" sldId="256"/>
        </pc:sldMkLst>
        <pc:spChg chg="mod">
          <ac:chgData name="Rishi alapati" userId="16c8663f5347a673" providerId="LiveId" clId="{19F93471-C855-4D50-8F80-3876F0C8E8C5}" dt="2026-10-17T05:18:32.718" v="200" actId="6549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0E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OSSP HACKATHON  •  17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E7EDF7"/>
                </a:solidFill>
                <a:latin typeface="Aptos"/>
              </a:defRPr>
            </a:pPr>
            <a:r>
              <a:t>MemScope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74320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91A0B6"/>
                </a:solidFill>
                <a:latin typeface="Aptos"/>
              </a:defRPr>
            </a:pPr>
            <a:r>
              <a:t>Memory Leak Detection</a:t>
            </a:r>
          </a:p>
          <a:p>
            <a:pPr>
              <a:spcAft>
                <a:spcPts val="800"/>
              </a:spcAft>
              <a:defRPr sz="2400" b="0">
                <a:solidFill>
                  <a:srgbClr val="91A0B6"/>
                </a:solidFill>
                <a:latin typeface="Aptos"/>
              </a:defRPr>
            </a:pPr>
            <a:r>
              <a:t>and Reporting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7EDF7"/>
                </a:solidFill>
                <a:latin typeface="Aptos"/>
              </a:defRPr>
            </a:pPr>
            <a:r>
              <a:t>A controlled, evidence-led workflow for investigating dynamic memory allocation in C programs.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676656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91A0B6"/>
                </a:solidFill>
                <a:latin typeface="Aptos"/>
              </a:defRPr>
            </a:pPr>
            <a:r>
              <a:rPr dirty="0"/>
              <a:t>TEAM 14  |  </a:t>
            </a:r>
            <a:r>
              <a:rPr lang="en-US" dirty="0"/>
              <a:t>Praveen – 2520030406</a:t>
            </a:r>
            <a:br>
              <a:rPr lang="en-US" dirty="0"/>
            </a:br>
            <a:r>
              <a:rPr lang="en-US" dirty="0"/>
              <a:t>                        Rishi Alapati – 2520030268</a:t>
            </a:r>
            <a:br>
              <a:rPr lang="en-US" dirty="0"/>
            </a:br>
            <a:r>
              <a:rPr lang="en-US" dirty="0"/>
              <a:t>                        Dharani Dhar – 2520030163</a:t>
            </a:r>
          </a:p>
          <a:p>
            <a:pPr>
              <a:spcAft>
                <a:spcPts val="800"/>
              </a:spcAft>
              <a:defRPr sz="1100" b="0">
                <a:solidFill>
                  <a:srgbClr val="91A0B6"/>
                </a:solidFill>
                <a:latin typeface="Aptos"/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9326880" y="1371600"/>
            <a:ext cx="1005840" cy="1005840"/>
          </a:xfrm>
          <a:prstGeom prst="round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15600" y="2560320"/>
            <a:ext cx="731520" cy="731520"/>
          </a:xfrm>
          <a:prstGeom prst="roundRect">
            <a:avLst/>
          </a:prstGeom>
          <a:solidFill>
            <a:srgbClr val="25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52560" y="3200400"/>
            <a:ext cx="502920" cy="502920"/>
          </a:xfrm>
          <a:prstGeom prst="roundRect">
            <a:avLst/>
          </a:prstGeom>
          <a:solidFill>
            <a:srgbClr val="284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0" y="3840480"/>
            <a:ext cx="1143000" cy="1143000"/>
          </a:xfrm>
          <a:prstGeom prst="roundRect">
            <a:avLst/>
          </a:prstGeom>
          <a:solidFill>
            <a:srgbClr val="18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5400" y="53949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ALLOCATE  →  ANALYZE  → 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Why memory leaks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Dynamic memory must be released when it is no longer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474720" cy="196596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585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70048"/>
            <a:ext cx="310896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A program can lose the last reference to a heap allocation without calling free(). The memory remains allocated until process cleanup.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03120"/>
            <a:ext cx="3474720" cy="196596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2585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BD5C"/>
                </a:solidFill>
                <a:latin typeface="Aptos"/>
              </a:defRPr>
            </a:pPr>
            <a:r>
              <a:t>THE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670048"/>
            <a:ext cx="310896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Repeated leaks can increase memory pressure, reduce reliability in long-running services, and make failures difficult to reproduce.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74720" cy="196596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2585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EE0A0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70048"/>
            <a:ext cx="310896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A repeatable workflow that runs controlled examples, captures detector evidence, and keeps a searchable report history.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42D6C5"/>
                </a:solidFill>
                <a:latin typeface="Aptos"/>
              </a:defRPr>
            </a:pPr>
            <a:r>
              <a:t>Project goal: make memory allocation outcomes observable, reproducible, and explainable.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What MemScope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A small but complete workflow from test selection to saved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606040" cy="20574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01 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24328"/>
            <a:ext cx="224028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Choose a built-in C test: no leak, definite leak, multiple leaks, partial cleanup, or repeated allocation.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57400"/>
            <a:ext cx="2606040" cy="20574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21284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02  EXECUTE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24328"/>
            <a:ext cx="224028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Compile in a temporary directory and run the child process under Valgrind Memcheck when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2606040" cy="20574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21284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03  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24328"/>
            <a:ext cx="224028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Review unfreed bytes, block counts, process output, scan status, and detector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057400"/>
            <a:ext cx="2423160" cy="20574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22128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04 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624328"/>
            <a:ext cx="20574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Persist records in SQLite and export scan data as JSON or CSV.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1A0B6"/>
                </a:solidFill>
                <a:latin typeface="Aptos"/>
              </a:defRPr>
            </a:pPr>
            <a:r>
              <a:t>The UI explicitly reports unavailable dependencies instead of fabricating successful scans.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Separation of presentation, API orchestration, detection, and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971800" cy="141732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React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24328"/>
            <a:ext cx="2606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Dashboard · scanner · history ·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57400"/>
            <a:ext cx="2971800" cy="141732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2128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FastAPI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24328"/>
            <a:ext cx="2606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Validation · scan lifecycle · JSON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057400"/>
            <a:ext cx="2971800" cy="141732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22128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624328"/>
            <a:ext cx="2606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Persisted scan metadata and summaries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4069080"/>
            <a:ext cx="3108960" cy="123444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4224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EE0A0"/>
                </a:solidFill>
                <a:latin typeface="Aptos"/>
              </a:defRPr>
            </a:pPr>
            <a:r>
              <a:t>GCC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636008"/>
            <a:ext cx="2743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Compile allowlisted C example in temp directory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069080"/>
            <a:ext cx="3108960" cy="123444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4224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BD5C"/>
                </a:solidFill>
                <a:latin typeface="Aptos"/>
              </a:defRPr>
            </a:pPr>
            <a:r>
              <a:t>Valgrind Memcheck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636008"/>
            <a:ext cx="27432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Analyze runtime allocations and leak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611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42D6C5"/>
                </a:solidFill>
                <a:latin typeface="Aptos"/>
              </a:defRPr>
            </a:pPr>
            <a:r>
              <a:t>REST / JSON  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7150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91A0B6"/>
                </a:solidFill>
                <a:latin typeface="Aptos"/>
              </a:defRPr>
            </a:pPr>
            <a:r>
              <a:t>Temporary executable → captured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04 /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How detection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The tool relies on runtime evidence rather than guessed dashboard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53312" y="2148840"/>
            <a:ext cx="475488" cy="475488"/>
          </a:xfrm>
          <a:prstGeom prst="ellipse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53312" y="2258568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B10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E7EDF7"/>
                </a:solidFill>
                <a:latin typeface="Aptos"/>
              </a:defRPr>
            </a:pPr>
            <a:r>
              <a:t>Allowlist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1A0B6"/>
                </a:solidFill>
                <a:latin typeface="Aptos"/>
              </a:defRPr>
            </a:pPr>
            <a:r>
              <a:t>API accepts a known test identifier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2402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2D6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21024" y="2148840"/>
            <a:ext cx="475488" cy="475488"/>
          </a:xfrm>
          <a:prstGeom prst="ellipse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2258568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B102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52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E7EDF7"/>
                </a:solidFill>
                <a:latin typeface="Aptos"/>
              </a:defRPr>
            </a:pPr>
            <a:r>
              <a:t>Compile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31012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1A0B6"/>
                </a:solidFill>
                <a:latin typeface="Aptos"/>
              </a:defRPr>
            </a:pPr>
            <a:r>
              <a:t>GCC builds the selected C example in a temporary directory.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2402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2D6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888736" y="2148840"/>
            <a:ext cx="475488" cy="475488"/>
          </a:xfrm>
          <a:prstGeom prst="ellipse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88736" y="2258568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B102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852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E7EDF7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331012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1A0B6"/>
                </a:solidFill>
                <a:latin typeface="Aptos"/>
              </a:defRPr>
            </a:pPr>
            <a:r>
              <a:t>Valgrind runs the binary with full leak checking and a timeout.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22402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2D6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156448" y="2148840"/>
            <a:ext cx="475488" cy="475488"/>
          </a:xfrm>
          <a:prstGeom prst="ellipse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56448" y="2258568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B10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2852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E7EDF7"/>
                </a:solidFill>
                <a:latin typeface="Aptos"/>
              </a:defRPr>
            </a:pPr>
            <a:r>
              <a:t>Parse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331012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1A0B6"/>
                </a:solidFill>
                <a:latin typeface="Aptos"/>
              </a:defRPr>
            </a:pPr>
            <a:r>
              <a:t>Memcheck summary lines are normalized into structured fields.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2402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2D6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424160" y="2148840"/>
            <a:ext cx="475488" cy="475488"/>
          </a:xfrm>
          <a:prstGeom prst="ellipse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60" y="2258568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0B102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2852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E7EDF7"/>
                </a:solidFill>
                <a:latin typeface="Aptos"/>
              </a:defRPr>
            </a:pPr>
            <a:r>
              <a:t>Persist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331012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1A0B6"/>
                </a:solidFill>
                <a:latin typeface="Aptos"/>
              </a:defRPr>
            </a:pPr>
            <a:r>
              <a:t>SQLite stores status, timing, byte counts, and captured output.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Reliable runtime leak analysis requires GCC and Valgrind installed in the Linux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05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Core application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The interface is designed as a restrained developer diagnostic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214884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31089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Persisted scan metrics</a:t>
            </a:r>
          </a:p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Recent runs and statuses</a:t>
            </a:r>
          </a:p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Clearly labeled illustrative 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11680"/>
            <a:ext cx="3474720" cy="214884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167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SCANNER +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578608"/>
            <a:ext cx="31089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Built-in test selection</a:t>
            </a:r>
          </a:p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Execution result and evidence</a:t>
            </a:r>
          </a:p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Searchable scan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011680"/>
            <a:ext cx="3474720" cy="214884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2167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REPORTS +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578608"/>
            <a:ext cx="310896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JSON / CSV exports</a:t>
            </a:r>
          </a:p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OSSP concept mapping</a:t>
            </a:r>
          </a:p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Runtime dependency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91A0B6"/>
                </a:solidFill>
                <a:latin typeface="Aptos"/>
              </a:defRPr>
            </a:pPr>
            <a:r>
              <a:t>Design principles: consistent controls, readable data tables, clear error states, keyboard focus, responsive layouts.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06 /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OSSP course outcome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CO-4 is the primary academic focus.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212080" cy="11430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CO-4 · 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48463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Dynamic allocation, heap behavior, leaks, memory debugging, virtual memory concepts.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65960"/>
            <a:ext cx="5212080" cy="11430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2121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4B1E8"/>
                </a:solidFill>
                <a:latin typeface="Aptos"/>
              </a:defRPr>
            </a:pPr>
            <a:r>
              <a:t>CO-1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32888"/>
            <a:ext cx="48463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User-space service layer, API boundary, OS services and command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212080" cy="11430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84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EE0A0"/>
                </a:solidFill>
                <a:latin typeface="Aptos"/>
              </a:defRPr>
            </a:pPr>
            <a:r>
              <a:t>CO-2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48463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Child process creation, execution, timeout, termination, and captured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29000"/>
            <a:ext cx="5212080" cy="11430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35844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BD5C"/>
                </a:solidFill>
                <a:latin typeface="Aptos"/>
              </a:defRPr>
            </a:pPr>
            <a:r>
              <a:t>CO-5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995928"/>
            <a:ext cx="48463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SQLite persistence, file/report export, JSON and CSV I/O.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10652760" cy="73152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047488"/>
            <a:ext cx="10287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0A0F5"/>
                </a:solidFill>
                <a:latin typeface="Aptos"/>
              </a:defRPr>
            </a:pPr>
            <a:r>
              <a:t>CO-6 · EXTENSION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58968"/>
            <a:ext cx="102870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Future work: managed worker queue and synchronization for concurrent scans.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07 /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Test plan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Record actual results on the demo machine before presenting.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474720" cy="18288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NO LEAK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3108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Expected: zero definitely-lost blocks when memory is correctly freed.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65960"/>
            <a:ext cx="3474720" cy="18288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1214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7185"/>
                </a:solidFill>
                <a:latin typeface="Aptos"/>
              </a:defRPr>
            </a:pPr>
            <a:r>
              <a:t>DEFINITE / MULTIPLE LEAKS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532888"/>
            <a:ext cx="3108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Expected: outstanding allocation evidence in Memcheck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965960"/>
            <a:ext cx="3474720" cy="18288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21214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BD5C"/>
                </a:solidFill>
                <a:latin typeface="Aptos"/>
              </a:defRPr>
            </a:pPr>
            <a:r>
              <a:t>PARTIAL / REPEATED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532888"/>
            <a:ext cx="3108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Verify freed blocks are distinguished from unreleased blocks.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91A0B6"/>
                </a:solidFill>
                <a:latin typeface="Aptos"/>
              </a:defRPr>
            </a:pPr>
            <a:r>
              <a:t>Automated API tests cover health, the test catalog, and rejection of unknown test identifiers. Runtime tests require GCC + Valgrind on Linux.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2D6C5"/>
                </a:solidFill>
                <a:latin typeface="Aptos"/>
              </a:defRPr>
            </a:pPr>
            <a:r>
              <a:t>Do not insert fabricated benchmark numbers or claim tests passed unless you ran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08 /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Responsible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The first version is deliberately constrained to reduce execution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18288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ALLOWLIST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3108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Only predefined educational C examples can be selected through the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11680"/>
            <a:ext cx="3474720" cy="18288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167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BD5C"/>
                </a:solidFill>
                <a:latin typeface="Aptos"/>
              </a:defRPr>
            </a:pPr>
            <a:r>
              <a:t>PROCESS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578608"/>
            <a:ext cx="3108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Compilation and execution occur in child processes and temporary directories with timeouts.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011680"/>
            <a:ext cx="3474720" cy="18288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2167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EE0A0"/>
                </a:solidFill>
                <a:latin typeface="Aptos"/>
              </a:defRPr>
            </a:pPr>
            <a:r>
              <a:t>HONEST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578608"/>
            <a:ext cx="3108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Missing tools and unavailable evidence are shown as limitations, not hidden behind fake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91A0B6"/>
                </a:solidFill>
                <a:latin typeface="Aptos"/>
              </a:defRPr>
            </a:pPr>
            <a:r>
              <a:t>Before public deployment, add dedicated container isolation, non-root execution, resource quotas, authentication, and rate limiting.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09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Technical and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A practical educational workflow with room for future engineering extensions.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18288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3108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Standardized examples help students compare expected and observed allocation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11680"/>
            <a:ext cx="3474720" cy="18288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167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EE0A0"/>
                </a:solidFill>
                <a:latin typeface="Aptos"/>
              </a:defRPr>
            </a:pPr>
            <a:r>
              <a:t>FASTER 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578608"/>
            <a:ext cx="3108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Structured findings and saved scan history reduce manual output inspection.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011680"/>
            <a:ext cx="3474720" cy="1828800"/>
          </a:xfrm>
          <a:prstGeom prst="roundRect">
            <a:avLst/>
          </a:prstGeom>
          <a:solidFill>
            <a:srgbClr val="111A2B"/>
          </a:solidFill>
          <a:ln>
            <a:solidFill>
              <a:srgbClr val="26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21671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BD5C"/>
                </a:solidFill>
                <a:latin typeface="Aptos"/>
              </a:defRPr>
            </a:pPr>
            <a:r>
              <a:t>EXTENSIBLE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578608"/>
            <a:ext cx="3108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7EDF7"/>
                </a:solidFill>
                <a:latin typeface="Aptos"/>
              </a:defRPr>
            </a:pPr>
            <a:r>
              <a:t>Potential extensions include stack-trace grouping, trend monitoring, CI checks, and team reports.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2D6C5"/>
                </a:solidFill>
                <a:latin typeface="Aptos"/>
              </a:defRPr>
            </a:pPr>
            <a:r>
              <a:t>Impact claim: improved visibility and repeatability in controlled memory-debugging exercises.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10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Live demonstration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Run this sequence on the Linux host with GCC and Valgrind installed.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2D6C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11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7EDF7"/>
                </a:solidFill>
                <a:latin typeface="Aptos"/>
              </a:defRPr>
            </a:pPr>
            <a:r>
              <a:t>Open dashboard and confirm dependency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377440"/>
            <a:ext cx="18288" cy="256032"/>
          </a:xfrm>
          <a:prstGeom prst="rect">
            <a:avLst/>
          </a:prstGeom>
          <a:solidFill>
            <a:srgbClr val="26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2D6C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7004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7EDF7"/>
                </a:solidFill>
                <a:latin typeface="Aptos"/>
              </a:defRPr>
            </a:pPr>
            <a:r>
              <a:t>Run No Leak and inspect the saved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035808"/>
            <a:ext cx="18288" cy="256032"/>
          </a:xfrm>
          <a:prstGeom prst="rect">
            <a:avLst/>
          </a:prstGeom>
          <a:solidFill>
            <a:srgbClr val="26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32841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2D6C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28416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7EDF7"/>
                </a:solidFill>
                <a:latin typeface="Aptos"/>
              </a:defRPr>
            </a:pPr>
            <a:r>
              <a:t>Run Definite Leak and inspect Memcheck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694176"/>
            <a:ext cx="18288" cy="256032"/>
          </a:xfrm>
          <a:prstGeom prst="rect">
            <a:avLst/>
          </a:prstGeom>
          <a:solidFill>
            <a:srgbClr val="26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867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2D6C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86784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7EDF7"/>
                </a:solidFill>
                <a:latin typeface="Aptos"/>
              </a:defRPr>
            </a:pPr>
            <a:r>
              <a:t>Compare scan history and export CSV / 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352544"/>
            <a:ext cx="18288" cy="256032"/>
          </a:xfrm>
          <a:prstGeom prst="rect">
            <a:avLst/>
          </a:prstGeom>
          <a:solidFill>
            <a:srgbClr val="26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2D6C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64515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E7EDF7"/>
                </a:solidFill>
                <a:latin typeface="Aptos"/>
              </a:defRPr>
            </a:pPr>
            <a:r>
              <a:t>Explain CO-4 concepts and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91A0B6"/>
                </a:solidFill>
                <a:latin typeface="Aptos"/>
              </a:defRPr>
            </a:pPr>
            <a:r>
              <a:t>Team contribution: assign each member a module and ensure every member can explain their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2D6C5"/>
                </a:solidFill>
                <a:latin typeface="Aptos"/>
              </a:defRPr>
            </a:pPr>
            <a:r>
              <a:t>11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E7EDF7"/>
                </a:solidFill>
                <a:latin typeface="Aptos"/>
              </a:defRPr>
            </a:pPr>
            <a:r>
              <a:t>From allocation behavior to actionable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91A0B6"/>
                </a:solidFill>
                <a:latin typeface="Aptos"/>
              </a:defRPr>
            </a:pPr>
            <a:r>
              <a:t>MemScope combines a professional interface with controlled runtime analysis and persisted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0" cy="36576"/>
          </a:xfrm>
          <a:prstGeom prst="rect">
            <a:avLst/>
          </a:prstGeom>
          <a:solidFill>
            <a:srgbClr val="42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E7EDF7"/>
                </a:solidFill>
                <a:latin typeface="Aptos"/>
              </a:defRPr>
            </a:pPr>
            <a:r>
              <a:t>The core value is not just detecting a leak — it is making the result reproducible, inspectable, and explainable.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1A0B6"/>
                </a:solidFill>
                <a:latin typeface="Aptos"/>
              </a:defRPr>
            </a:pPr>
            <a:r>
              <a:t>Next steps: validate all tests on the target Linux machine, capture real screenshots, update team details, and push the complete repository to GitHub.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D6C5"/>
                </a:solidFill>
                <a:latin typeface="Aptos"/>
              </a:defRPr>
            </a:pPr>
            <a:r>
              <a:t>Thank you  •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993</Words>
  <Application>Microsoft Office PowerPoint</Application>
  <PresentationFormat>Widescreen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Rishi alapati</cp:lastModifiedBy>
  <cp:revision>1</cp:revision>
  <dcterms:created xsi:type="dcterms:W3CDTF">2013-01-27T09:14:16Z</dcterms:created>
  <dcterms:modified xsi:type="dcterms:W3CDTF">2026-10-17T05:18:36Z</dcterms:modified>
  <cp:category/>
</cp:coreProperties>
</file>